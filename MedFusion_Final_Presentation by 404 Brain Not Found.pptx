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626" y="157318"/>
            <a:ext cx="8084574" cy="1956618"/>
          </a:xfrm>
        </p:spPr>
        <p:txBody>
          <a:bodyPr/>
          <a:lstStyle/>
          <a:p>
            <a:pPr>
              <a:defRPr sz="4400">
                <a:solidFill>
                  <a:srgbClr val="38BDF8"/>
                </a:solidFill>
              </a:defRPr>
            </a:pPr>
            <a:r>
              <a:rPr dirty="0"/>
              <a:t>Med</a:t>
            </a:r>
            <a:r>
              <a:rPr lang="en-US" dirty="0"/>
              <a:t> </a:t>
            </a:r>
            <a:r>
              <a:rPr dirty="0"/>
              <a:t>Fusion Disease Surveillance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8697" y="4070554"/>
            <a:ext cx="6666271" cy="2320414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1F5F9"/>
                </a:solidFill>
              </a:defRPr>
            </a:pPr>
            <a:r>
              <a:rPr dirty="0"/>
              <a:t>Real-Time Global Health Monitoring &amp; Data Visualization</a:t>
            </a:r>
          </a:p>
          <a:p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Presenter: [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404 Brain Not Found</a:t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</a:p>
          <a:p>
            <a:endParaRPr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168D2A89-9CBB-235F-596E-46C164944C14}"/>
              </a:ext>
            </a:extLst>
          </p:cNvPr>
          <p:cNvSpPr/>
          <p:nvPr/>
        </p:nvSpPr>
        <p:spPr>
          <a:xfrm>
            <a:off x="2989006" y="1478281"/>
            <a:ext cx="117988" cy="4571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6A104-56E2-890B-495D-5C9C084B2A4B}"/>
              </a:ext>
            </a:extLst>
          </p:cNvPr>
          <p:cNvSpPr/>
          <p:nvPr/>
        </p:nvSpPr>
        <p:spPr>
          <a:xfrm>
            <a:off x="3555590" y="2113936"/>
            <a:ext cx="1720645" cy="914400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Arrow: Quad 5">
            <a:extLst>
              <a:ext uri="{FF2B5EF4-FFF2-40B4-BE49-F238E27FC236}">
                <a16:creationId xmlns:a16="http://schemas.microsoft.com/office/drawing/2014/main" id="{66EC2787-A380-7ED2-8D21-3BC017AE7359}"/>
              </a:ext>
            </a:extLst>
          </p:cNvPr>
          <p:cNvSpPr/>
          <p:nvPr/>
        </p:nvSpPr>
        <p:spPr>
          <a:xfrm>
            <a:off x="3911087" y="2164646"/>
            <a:ext cx="1009649" cy="812980"/>
          </a:xfrm>
          <a:prstGeom prst="quadArrow">
            <a:avLst/>
          </a:prstGeom>
          <a:solidFill>
            <a:schemeClr val="accent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Centralized platform for real-time disease surveillance.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Integrates WHO/CDC datasets via APIs (ProMED, Disease.sh).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Provides actionable insights for researchers &amp; policymakers.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Focus on data-driven decision making in public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Frontend: HTML5, CSS3, JavaScript (ES6+)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Visualization: Chart.js (bar, line, comparative graphs)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Mapping: Leaflet.js (interactive geospatial visualization)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API Integration: REST APIs with fetch() and async/await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Data Format: JSON parsing and transformation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Advanced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Version Control: Git &amp; GitHub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Deployment: Netlify / Vercel (CI/CD pipelines)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Data Handling: Axios / Fetch API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Performance Optimization: Lazy loading &amp; async rendering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UI Design: Flexbox + Grid (responsive layouts)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Error Handling: Try-catch &amp; API fallback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Global Statistical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Tracks total cases, deaths, recoveries globally.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Real-time API data synchronization.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Formatted metrics using toLocaleString().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Efficient DOM updates to prevent re-render lag.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Geospatial Outbreak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Leaflet.js for real-time map rendering.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Circle markers scaled via sqrt(cases) for accuracy.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Dynamic popups for country-level insights.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Tile layers from OpenStreetMap.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Comparative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Top 10 countries by infection rate.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Dual dataset: Cases vs Deaths comparison.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Sorting algorithms for dynamic ranking.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Responsive charts for all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Search &amp; 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Country search with auto-focus map feature.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Live outbreak alerts via ProMED RSS feeds.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JSON proxy used for RSS parsing.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Clickable alerts linking to official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System 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Scalability: Designed for high data volume.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Performance: Async data fetching reduces UI blocking.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Usability: Clean UI with minimal cognitive load.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Reliability: Handles API failures gracefully.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AI/ML models for outbreak prediction.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Time-series analysis for historical trends.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Vaccination and immunity tracking.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Integration with hospital-level data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Possible Viva /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Why did you choose Leaflet.js over Google Maps?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How does async/await improve performance?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How do you handle API failures?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Explain your data visualization choices.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How can this system scale globally?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What improvements would you add using AI?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How is your project different from existing dashboards?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Provides real-time global disease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Transforms raw data into actionable insights.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Scalable, efficient, and user-friendly system.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441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Med Fusion Disease Surveillance Dashboard</vt:lpstr>
      <vt:lpstr>Project Overview</vt:lpstr>
      <vt:lpstr>Technical Architecture</vt:lpstr>
      <vt:lpstr>Advanced Tech Stack</vt:lpstr>
      <vt:lpstr>Global Statistical Hub</vt:lpstr>
      <vt:lpstr>Geospatial Outbreak Mapping</vt:lpstr>
      <vt:lpstr>Comparative Analytics</vt:lpstr>
      <vt:lpstr>Search &amp; Alert System</vt:lpstr>
      <vt:lpstr>System Design Considerations</vt:lpstr>
      <vt:lpstr>Future Enhancements</vt:lpstr>
      <vt:lpstr>Possible Viva / Questions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Jahnavi</dc:creator>
  <cp:keywords/>
  <dc:description>generated using python-pptx</dc:description>
  <cp:lastModifiedBy>jahnavi552@outlook.com</cp:lastModifiedBy>
  <cp:revision>2</cp:revision>
  <dcterms:created xsi:type="dcterms:W3CDTF">2013-01-27T09:14:16Z</dcterms:created>
  <dcterms:modified xsi:type="dcterms:W3CDTF">2026-03-17T07:25:55Z</dcterms:modified>
  <cp:category/>
</cp:coreProperties>
</file>