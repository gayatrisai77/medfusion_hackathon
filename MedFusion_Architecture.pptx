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MedFusion Disease Surveillance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Global Health Monitoring &amp; Data Visualization</a:t>
            </a:r>
          </a:p>
          <a:p>
            <a:r>
              <a:t>Presenter: Jahnavi Ch</a:t>
            </a:r>
          </a:p>
          <a:p>
            <a:r>
              <a:t>Bridging raw epidemiological data and actionable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Mission: Centralized platform for monitoring infectious diseases</a:t>
            </a:r>
          </a:p>
          <a:p>
            <a:r>
              <a:t>Aggregates WHO/CDC data via ProMED &amp; Disease.sh</a:t>
            </a:r>
          </a:p>
          <a:p>
            <a:r>
              <a:t>Simplifies complex datasets</a:t>
            </a:r>
          </a:p>
          <a:p>
            <a:r>
              <a:t>Audience: Researchers, policymakers, public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HTML5, CSS3 (Dark Mode)</a:t>
            </a:r>
          </a:p>
          <a:p>
            <a:r>
              <a:t>Maps: Leaflet.js</a:t>
            </a:r>
          </a:p>
          <a:p>
            <a:r>
              <a:t>Charts: Chart.js</a:t>
            </a:r>
          </a:p>
          <a:p>
            <a:r>
              <a:t>Data: Disease.sh API, ProMED RSS</a:t>
            </a:r>
          </a:p>
          <a:p>
            <a:r>
              <a:t>JS: Async/Await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Statistical 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 Status Cards:</a:t>
            </a:r>
          </a:p>
          <a:p>
            <a:r>
              <a:t>Total Cases</a:t>
            </a:r>
          </a:p>
          <a:p>
            <a:r>
              <a:t>Total Deaths</a:t>
            </a:r>
          </a:p>
          <a:p>
            <a:r>
              <a:t>Total Recovered</a:t>
            </a:r>
          </a:p>
          <a:p>
            <a:r>
              <a:t>Countries Affected</a:t>
            </a:r>
          </a:p>
          <a:p>
            <a:r>
              <a:t>Formatted for readability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Geospatial Outbreak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Proportional mapping</a:t>
            </a:r>
          </a:p>
          <a:p>
            <a:r>
              <a:t>Circle radius ∝ sqrt(cases)</a:t>
            </a:r>
          </a:p>
          <a:p>
            <a:r>
              <a:t>Interactive popups</a:t>
            </a:r>
          </a:p>
          <a:p>
            <a:r>
              <a:t>OpenStreetMap 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Comparative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10 countries bar chart</a:t>
            </a:r>
          </a:p>
          <a:p>
            <a:r>
              <a:t>Cases vs Deaths</a:t>
            </a:r>
          </a:p>
          <a:p>
            <a:r>
              <a:t>Auto sorting</a:t>
            </a:r>
          </a:p>
          <a:p>
            <a:r>
              <a:t>Responsive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 &amp; Live Alerts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Country search with deep stats</a:t>
            </a:r>
          </a:p>
          <a:p>
            <a:r>
              <a:t>Live ProMED alerts</a:t>
            </a:r>
          </a:p>
          <a:p>
            <a:r>
              <a:t>Latest outbreak updates</a:t>
            </a:r>
          </a:p>
          <a:p>
            <a:r>
              <a:t>Links to reports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&amp; 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Dark theme</a:t>
            </a:r>
          </a:p>
          <a:p>
            <a:r>
              <a:t>Color coding: Red, Orange, Green</a:t>
            </a:r>
          </a:p>
          <a:p>
            <a:r>
              <a:t>Mobile-first design</a:t>
            </a:r>
          </a:p>
          <a:p>
            <a:r>
              <a:t>Async loading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prediction</a:t>
            </a:r>
          </a:p>
          <a:p>
            <a:r>
              <a:t>Historical trends</a:t>
            </a:r>
          </a:p>
          <a:p>
            <a:r>
              <a:t>Vaccination tracking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Robust surveillance tool</a:t>
            </a:r>
          </a:p>
          <a:p>
            <a:r>
              <a:t>Data-driven decisions save lives</a:t>
            </a:r>
          </a:p>
          <a:p>
            <a:r>
              <a:t>Contact: Your Email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